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005293"/>
              </a:solidFill>
            </c:spPr>
          </c:dPt>
          <c:dPt>
            <c:idx val="1"/>
            <c:spPr>
              <a:solidFill>
                <a:srgbClr val="0096C7"/>
              </a:solidFill>
            </c:spPr>
          </c:dPt>
          <c:dPt>
            <c:idx val="2"/>
            <c:spPr>
              <a:solidFill>
                <a:srgbClr val="FF9900"/>
              </a:solidFill>
            </c:spPr>
          </c:dPt>
          <c:cat>
            <c:strRef>
              <c:f>Sheet1!$A$2:$A$4</c:f>
              <c:strCache>
                <c:ptCount val="3"/>
                <c:pt idx="0">
                  <c:v>Performance_Max</c:v>
                </c:pt>
                <c:pt idx="1">
                  <c:v>Brand_Awareness</c:v>
                </c:pt>
                <c:pt idx="2">
                  <c:v>Retargeting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1216720.0</c:v>
                </c:pt>
                <c:pt idx="1">
                  <c:v>872900.0</c:v>
                </c:pt>
                <c:pt idx="2">
                  <c:v>465000.0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Campaign Performance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96C7"/>
                </a:solidFill>
              </a:defRPr>
            </a:pPr>
            <a:r>
              <a:t>Comparing 2025-11-24 to 2025-11-30 vs 2025-11-17 to 2025-11-23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Generated: December 03,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0096C7"/>
                </a:solidFill>
              </a:defRPr>
            </a:pPr>
            <a:r>
              <a:t>Powered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All campaigns across both US and UK regions experienced significant growth in impressions and clicks compared to the previous week.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2926080"/>
            <a:ext cx="25603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67" y="320040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722.0K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393192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A745"/>
                </a:solidFill>
              </a:defRPr>
            </a:pPr>
            <a:r>
              <a:t>↑ +30.3%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438912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impressions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8367" y="2926080"/>
            <a:ext cx="25603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9807" y="320040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459.0K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9807" y="393192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A745"/>
                </a:solidFill>
              </a:defRPr>
            </a:pPr>
            <a:r>
              <a:t>↑ +36.6%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07" y="438912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impressions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926080"/>
            <a:ext cx="25603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447" y="320040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500.0K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93192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A745"/>
                </a:solidFill>
              </a:defRPr>
            </a:pPr>
            <a:r>
              <a:t>↑ +33.0%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38912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impressions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7647" y="2926080"/>
            <a:ext cx="25603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9087" y="320040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351.0K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087" y="3931920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A745"/>
                </a:solidFill>
              </a:defRPr>
            </a:pPr>
            <a:r>
              <a:t>↑ +34.0%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9087" y="438912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impressions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Metrics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Insufficient data for chart visualization.</a:t>
            </a:r>
            <a:br/>
            <a:r>
              <a:t>Ensure your date range contains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by Dimension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280160"/>
          <a:ext cx="8229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Top Insights by Impact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campaign: Performance_Max, geo: 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↑ +30.3%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██████████ 290209.39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campaign: Performance_Max, geo: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↑ +36.6%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██████████ 218270.09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campaign: Brand_Awareness, geo: 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↑ +33.0%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██████████ 216670.21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campaign: Brand_Awareness, geo: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↑ +34.0%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██████████ 156174.62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campaign: Retargeting, geo: 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↑ +42.6%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██████████ 144666.55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campaign: Retargeting, geo: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↑ +46.3%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██████████ 116387.87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Detailed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Performance Max campaigns in the US saw a 30.32% increase in impressions (from 554,000 to 722,000) and a 39.37% increase in clicks (from 15,750 to 21,950).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Retargeting campaigns in the UK showed the highest percentage increase in impressions at 46.32% (from 136,000 to 199,000).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Brand Awareness campaigns in both US and UK experienced similar growth in clicks, with US increasing by 40.09% and UK by 41.26%.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2743200"/>
          </a:xfrm>
          <a:prstGeom prst="roundRect">
            <a:avLst/>
          </a:prstGeom>
          <a:solidFill>
            <a:srgbClr val="F5F5F5"/>
          </a:solidFill>
          <a:ln w="508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33333"/>
                </a:solidFill>
              </a:defRPr>
            </a:pPr>
            <a:r>
              <a:t>Allocate additional budget to Retargeting campaigns in the UK to capitalize on the high impression growth and further improve click-through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