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Marketing Campaign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96C7"/>
                </a:solidFill>
              </a:defRPr>
            </a:pPr>
            <a:r>
              <a:t>Comparing 2025-11-26 to 2025-12-03 vs 2025-11-19 to 2025-11-25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Generated: December 03,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96C7"/>
                </a:solidFill>
              </a:defRPr>
            </a:pPr>
            <a:r>
              <a:t>Powered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1371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Overall marketing performance remained stable with slight shifts in customer behavior across different product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Metrics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Insufficient data for chart visualization.</a:t>
            </a:r>
            <a:br/>
            <a:r>
              <a:t>Ensure your date range contains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by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No dimension breakdown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Detailed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MntWines decreased by 2.3%, indicating a potential shift in customer spending habits towards other product categories.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NumWebVisitsMonth increased by 1.5%, suggesting a slight increase in website engagement.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1800">
                <a:solidFill>
                  <a:srgbClr val="333333"/>
                </a:solidFill>
              </a:defRPr>
            </a:pPr>
            <a:r>
              <a:t>• NumDealsPurchases remained relatively stable, with a minor decrease of 0.8%.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2743200"/>
          </a:xfrm>
          <a:prstGeom prst="roundRect">
            <a:avLst/>
          </a:prstGeom>
          <a:solidFill>
            <a:srgbClr val="F5F5F5"/>
          </a:solidFill>
          <a:ln w="508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333333"/>
                </a:solidFill>
              </a:defRPr>
            </a:pPr>
            <a:r>
              <a:t>Investigate the decrease in MntWines by analyzing customer demographics and purchase patterns to identify potential causes and adjust marketing strategies accordingly.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Access Live Dashboard</a:t>
            </a:r>
          </a:p>
        </p:txBody>
      </p:sp>
      <p:pic>
        <p:nvPicPr>
          <p:cNvPr id="4" name="Picture 3" descr="qr_44ed3955-4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2120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📱 Scan this QR code to access the live interactive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96C7"/>
                </a:solidFill>
              </a:defRPr>
            </a:pPr>
            <a:r>
              <a:t>🎙️ Voice Summary  •  📊 Interactive Charts  •  📈 Real-time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Or visit: http://localhost:8000/dashboard/44ed3955-494?token=nvXIwE-oD...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