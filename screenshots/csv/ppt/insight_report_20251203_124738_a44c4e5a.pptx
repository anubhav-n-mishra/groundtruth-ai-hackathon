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Marketing Campaign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Comparing 2025-11-26 to 2025-12-03 vs 2025-11-19 to 2025-11-25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Generated: December 03,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</a:defRPr>
            </a:pPr>
            <a:r>
              <a:t>Overall marketing performance remained relatively stable with minor fluctuations across key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Detailed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MntWines decreased slightly from the previous period.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NumWebVisitsMonth experienced a marginal increase.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No significant changes were observed in other key performance indicators.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10362895" cy="228600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Maintain current marketing strategies while closely monitoring MntWines performance and exploring opportunities to optimize NumWebVisitsMonth for increased conversions.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