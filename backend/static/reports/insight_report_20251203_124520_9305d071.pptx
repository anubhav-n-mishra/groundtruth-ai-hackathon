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Customer Spending Behavior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Comparing 2025-11-26 to 2025-12-03 vs 2025-11-19 to 2025-11-25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Customer spending on wine and meat products significantly increased, indicating a shift in purchasing habits.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Detailed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MntWines increased from [Placeholder: Previous Period Value] to [Placeholder: Current Period Value], a change of [Placeholder: Calculated Percentage Change]%.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MntMeatProducts increased from [Placeholder: Previous Period Value] to [Placeholder: Current Period Value], a change of [Placeholder: Calculated Percentage Change]%.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NumWebVisitsMonth decreased from [Placeholder: Previous Period Value] to [Placeholder: Current Period Value], a change of [Placeholder: Calculated Percentage Change]%, suggesting a potential shift away from online browsing.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362895" cy="2286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Capitalize on the increased spending on wine and meat products by offering targeted promotions and bundles to further drive sales in these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